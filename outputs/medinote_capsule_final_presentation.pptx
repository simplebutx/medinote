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0870fb0f14204" /><Relationship Type="http://schemas.openxmlformats.org/officeDocument/2006/relationships/extended-properties" Target="/docProps/app.xml" Id="R070ce079da704620" /><Relationship Type="http://schemas.openxmlformats.org/officeDocument/2006/relationships/officeDocument" Target="/ppt/presentation.xml" Id="R92d3d6eb86614b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bc6570139b44f3"/>
  </p:sldMasterIdLst>
  <p:notesMasterIdLst>
    <p:notesMasterId xmlns:r="http://schemas.openxmlformats.org/officeDocument/2006/relationships" r:id="R5516e0dda2a147a0"/>
  </p:notesMasterIdLst>
  <p:sldIdLst>
    <p:sldId xmlns:r="http://schemas.openxmlformats.org/officeDocument/2006/relationships" id="256" r:id="Rf6b4c4b9fcb9414e"/>
    <p:sldId xmlns:r="http://schemas.openxmlformats.org/officeDocument/2006/relationships" id="257" r:id="R7b3ac991e066461a"/>
    <p:sldId xmlns:r="http://schemas.openxmlformats.org/officeDocument/2006/relationships" id="258" r:id="Rc597b33eb8cf46ab"/>
    <p:sldId xmlns:r="http://schemas.openxmlformats.org/officeDocument/2006/relationships" id="259" r:id="Rbac8ca815e73458e"/>
    <p:sldId xmlns:r="http://schemas.openxmlformats.org/officeDocument/2006/relationships" id="260" r:id="Re40ddd9a8eb54e7e"/>
    <p:sldId xmlns:r="http://schemas.openxmlformats.org/officeDocument/2006/relationships" id="261" r:id="Rf0746f7b9c9b48a7"/>
    <p:sldId xmlns:r="http://schemas.openxmlformats.org/officeDocument/2006/relationships" id="262" r:id="R02cabe9130884705"/>
    <p:sldId xmlns:r="http://schemas.openxmlformats.org/officeDocument/2006/relationships" id="263" r:id="Rf459191e78b24512"/>
    <p:sldId xmlns:r="http://schemas.openxmlformats.org/officeDocument/2006/relationships" id="264" r:id="R84aac4c0ae2b4b87"/>
    <p:sldId xmlns:r="http://schemas.openxmlformats.org/officeDocument/2006/relationships" id="265" r:id="R942474f1e1b54c04"/>
    <p:sldId xmlns:r="http://schemas.openxmlformats.org/officeDocument/2006/relationships" id="266" r:id="R1f7628bac82d4d58"/>
    <p:sldId xmlns:r="http://schemas.openxmlformats.org/officeDocument/2006/relationships" id="267" r:id="R32d0d792a5804d8c"/>
    <p:sldId xmlns:r="http://schemas.openxmlformats.org/officeDocument/2006/relationships" id="268" r:id="R2e813184efeb4471"/>
    <p:sldId xmlns:r="http://schemas.openxmlformats.org/officeDocument/2006/relationships" id="269" r:id="R6d30d091d6414210"/>
    <p:sldId xmlns:r="http://schemas.openxmlformats.org/officeDocument/2006/relationships" id="270" r:id="R1013842bb6d84889"/>
    <p:sldId xmlns:r="http://schemas.openxmlformats.org/officeDocument/2006/relationships" id="271" r:id="R36de76505b234f9c"/>
    <p:sldId xmlns:r="http://schemas.openxmlformats.org/officeDocument/2006/relationships" id="272" r:id="R709873aa0d27477f"/>
    <p:sldId xmlns:r="http://schemas.openxmlformats.org/officeDocument/2006/relationships" id="273" r:id="Rabe62d111feb417f"/>
    <p:sldId xmlns:r="http://schemas.openxmlformats.org/officeDocument/2006/relationships" id="274" r:id="R1b871e43956043f6"/>
    <p:sldId xmlns:r="http://schemas.openxmlformats.org/officeDocument/2006/relationships" id="275" r:id="Ra88440b16bd04703"/>
    <p:sldId xmlns:r="http://schemas.openxmlformats.org/officeDocument/2006/relationships" id="276" r:id="Rc99deb51b20f416e"/>
    <p:sldId xmlns:r="http://schemas.openxmlformats.org/officeDocument/2006/relationships" id="277" r:id="R4525e5eb39ad4daa"/>
    <p:sldId xmlns:r="http://schemas.openxmlformats.org/officeDocument/2006/relationships" id="278" r:id="R916b3c2d07b14881"/>
    <p:sldId xmlns:r="http://schemas.openxmlformats.org/officeDocument/2006/relationships" id="279" r:id="R5d47e76952e148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f3dc378aec4bf6" /><Relationship Type="http://schemas.openxmlformats.org/officeDocument/2006/relationships/slideMaster" Target="/ppt/slideMasters/slideMaster1.xml" Id="Rcdbc6570139b44f3" /><Relationship Type="http://schemas.openxmlformats.org/officeDocument/2006/relationships/notesMaster" Target="/ppt/notesMasters/notesMaster1.xml" Id="R5516e0dda2a147a0" /><Relationship Type="http://schemas.openxmlformats.org/officeDocument/2006/relationships/presProps" Target="/ppt/presProps.xml" Id="R56fbc79426ae40a4" /><Relationship Type="http://schemas.openxmlformats.org/officeDocument/2006/relationships/tableStyles" Target="/ppt/tableStyles.xml" Id="Rfa31d931a2854241" /><Relationship Type="http://schemas.openxmlformats.org/officeDocument/2006/relationships/slide" Target="/ppt/slides/slide1.xml" Id="Rf6b4c4b9fcb9414e" /><Relationship Type="http://schemas.openxmlformats.org/officeDocument/2006/relationships/slide" Target="/ppt/slides/slide2.xml" Id="R7b3ac991e066461a" /><Relationship Type="http://schemas.openxmlformats.org/officeDocument/2006/relationships/slide" Target="/ppt/slides/slide3.xml" Id="Rc597b33eb8cf46ab" /><Relationship Type="http://schemas.openxmlformats.org/officeDocument/2006/relationships/slide" Target="/ppt/slides/slide4.xml" Id="Rbac8ca815e73458e" /><Relationship Type="http://schemas.openxmlformats.org/officeDocument/2006/relationships/slide" Target="/ppt/slides/slide5.xml" Id="Re40ddd9a8eb54e7e" /><Relationship Type="http://schemas.openxmlformats.org/officeDocument/2006/relationships/slide" Target="/ppt/slides/slide6.xml" Id="Rf0746f7b9c9b48a7" /><Relationship Type="http://schemas.openxmlformats.org/officeDocument/2006/relationships/slide" Target="/ppt/slides/slide7.xml" Id="R02cabe9130884705" /><Relationship Type="http://schemas.openxmlformats.org/officeDocument/2006/relationships/slide" Target="/ppt/slides/slide8.xml" Id="Rf459191e78b24512" /><Relationship Type="http://schemas.openxmlformats.org/officeDocument/2006/relationships/slide" Target="/ppt/slides/slide9.xml" Id="R84aac4c0ae2b4b87" /><Relationship Type="http://schemas.openxmlformats.org/officeDocument/2006/relationships/slide" Target="/ppt/slides/slide10.xml" Id="R942474f1e1b54c04" /><Relationship Type="http://schemas.openxmlformats.org/officeDocument/2006/relationships/slide" Target="/ppt/slides/slide11.xml" Id="R1f7628bac82d4d58" /><Relationship Type="http://schemas.openxmlformats.org/officeDocument/2006/relationships/slide" Target="/ppt/slides/slide12.xml" Id="R32d0d792a5804d8c" /><Relationship Type="http://schemas.openxmlformats.org/officeDocument/2006/relationships/slide" Target="/ppt/slides/slide13.xml" Id="R2e813184efeb4471" /><Relationship Type="http://schemas.openxmlformats.org/officeDocument/2006/relationships/slide" Target="/ppt/slides/slide14.xml" Id="R6d30d091d6414210" /><Relationship Type="http://schemas.openxmlformats.org/officeDocument/2006/relationships/slide" Target="/ppt/slides/slide15.xml" Id="R1013842bb6d84889" /><Relationship Type="http://schemas.openxmlformats.org/officeDocument/2006/relationships/slide" Target="/ppt/slides/slide16.xml" Id="R36de76505b234f9c" /><Relationship Type="http://schemas.openxmlformats.org/officeDocument/2006/relationships/slide" Target="/ppt/slides/slide17.xml" Id="R709873aa0d27477f" /><Relationship Type="http://schemas.openxmlformats.org/officeDocument/2006/relationships/slide" Target="/ppt/slides/slide18.xml" Id="Rabe62d111feb417f" /><Relationship Type="http://schemas.openxmlformats.org/officeDocument/2006/relationships/slide" Target="/ppt/slides/slide19.xml" Id="R1b871e43956043f6" /><Relationship Type="http://schemas.openxmlformats.org/officeDocument/2006/relationships/slide" Target="/ppt/slides/slide20.xml" Id="Ra88440b16bd04703" /><Relationship Type="http://schemas.openxmlformats.org/officeDocument/2006/relationships/slide" Target="/ppt/slides/slide21.xml" Id="Rc99deb51b20f416e" /><Relationship Type="http://schemas.openxmlformats.org/officeDocument/2006/relationships/slide" Target="/ppt/slides/slide22.xml" Id="R4525e5eb39ad4daa" /><Relationship Type="http://schemas.openxmlformats.org/officeDocument/2006/relationships/slide" Target="/ppt/slides/slide23.xml" Id="R916b3c2d07b14881" /><Relationship Type="http://schemas.openxmlformats.org/officeDocument/2006/relationships/slide" Target="/ppt/slides/slide24.xml" Id="R5d47e76952e1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084138fd98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ef4ed1501f40d5" /><Relationship Type="http://schemas.openxmlformats.org/officeDocument/2006/relationships/notesMaster" Target="/ppt/notesMasters/notesMaster1.xml" Id="R82be29c2a41e46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cf29389bf4f9a" /><Relationship Type="http://schemas.openxmlformats.org/officeDocument/2006/relationships/notesMaster" Target="/ppt/notesMasters/notesMaster1.xml" Id="Rb42be7df20d0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e4529e425450f" /><Relationship Type="http://schemas.openxmlformats.org/officeDocument/2006/relationships/notesMaster" Target="/ppt/notesMasters/notesMaster1.xml" Id="R527ea2953338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49dc3174e4033" /><Relationship Type="http://schemas.openxmlformats.org/officeDocument/2006/relationships/notesMaster" Target="/ppt/notesMasters/notesMaster1.xml" Id="Rf0892fcdaed144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6007c2c10246a7" /><Relationship Type="http://schemas.openxmlformats.org/officeDocument/2006/relationships/notesMaster" Target="/ppt/notesMasters/notesMaster1.xml" Id="R3893567a129740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70979789fc42a5" /><Relationship Type="http://schemas.openxmlformats.org/officeDocument/2006/relationships/notesMaster" Target="/ppt/notesMasters/notesMaster1.xml" Id="R5711584aacbf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8d9b060a5342c9" /><Relationship Type="http://schemas.openxmlformats.org/officeDocument/2006/relationships/notesMaster" Target="/ppt/notesMasters/notesMaster1.xml" Id="R321e5cad772047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a7107c519f465c" /><Relationship Type="http://schemas.openxmlformats.org/officeDocument/2006/relationships/notesMaster" Target="/ppt/notesMasters/notesMaster1.xml" Id="R4f00285daf8545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372754cf2440ae" /><Relationship Type="http://schemas.openxmlformats.org/officeDocument/2006/relationships/notesMaster" Target="/ppt/notesMasters/notesMaster1.xml" Id="R6b37d2ca113843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0e5b8ce83a44e5" /><Relationship Type="http://schemas.openxmlformats.org/officeDocument/2006/relationships/notesMaster" Target="/ppt/notesMasters/notesMaster1.xml" Id="R8145306e5b6644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f0fe22748642d3" /><Relationship Type="http://schemas.openxmlformats.org/officeDocument/2006/relationships/notesMaster" Target="/ppt/notesMasters/notesMaster1.xml" Id="Re38d4a2a33694f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ca4d8284d34689" /><Relationship Type="http://schemas.openxmlformats.org/officeDocument/2006/relationships/notesMaster" Target="/ppt/notesMasters/notesMaster1.xml" Id="Rf25ad266ad6b48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8fd63b0e114db3" /><Relationship Type="http://schemas.openxmlformats.org/officeDocument/2006/relationships/notesMaster" Target="/ppt/notesMasters/notesMaster1.xml" Id="R018ee6a28da142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fe57f28d4f4c9a" /><Relationship Type="http://schemas.openxmlformats.org/officeDocument/2006/relationships/notesMaster" Target="/ppt/notesMasters/notesMaster1.xml" Id="R66c3f4bf067e4d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ae0096bc2f4eda" /><Relationship Type="http://schemas.openxmlformats.org/officeDocument/2006/relationships/notesMaster" Target="/ppt/notesMasters/notesMaster1.xml" Id="R7bcf53d0543349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e340bb6d044b40" /><Relationship Type="http://schemas.openxmlformats.org/officeDocument/2006/relationships/notesMaster" Target="/ppt/notesMasters/notesMaster1.xml" Id="Rb33f2b334d2a48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ad60adf11c4959" /><Relationship Type="http://schemas.openxmlformats.org/officeDocument/2006/relationships/notesMaster" Target="/ppt/notesMasters/notesMaster1.xml" Id="Rfdb75aab575a4b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0c630ff06644b4" /><Relationship Type="http://schemas.openxmlformats.org/officeDocument/2006/relationships/notesMaster" Target="/ppt/notesMasters/notesMaster1.xml" Id="R410ab04265124e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7cd8f091164ff4" /><Relationship Type="http://schemas.openxmlformats.org/officeDocument/2006/relationships/notesMaster" Target="/ppt/notesMasters/notesMaster1.xml" Id="Rf9f28ad15b2a40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851873d862496a" /><Relationship Type="http://schemas.openxmlformats.org/officeDocument/2006/relationships/notesMaster" Target="/ppt/notesMasters/notesMaster1.xml" Id="R9b090356564042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3f355a1285494e" /><Relationship Type="http://schemas.openxmlformats.org/officeDocument/2006/relationships/notesMaster" Target="/ppt/notesMasters/notesMaster1.xml" Id="R7939eee97f9a491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9f75785762466e" /><Relationship Type="http://schemas.openxmlformats.org/officeDocument/2006/relationships/notesMaster" Target="/ppt/notesMasters/notesMaster1.xml" Id="R0bb4117c5d154c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fe2b9477e84c40" /><Relationship Type="http://schemas.openxmlformats.org/officeDocument/2006/relationships/notesMaster" Target="/ppt/notesMasters/notesMaster1.xml" Id="Rcf81b8ce0e8146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336b22aa464302" /><Relationship Type="http://schemas.openxmlformats.org/officeDocument/2006/relationships/notesMaster" Target="/ppt/notesMasters/notesMaster1.xml" Id="R204b42f74d22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b8c317db74f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38991bf5094554" /><Relationship Type="http://schemas.openxmlformats.org/officeDocument/2006/relationships/slideLayout" Target="/ppt/slideLayouts/slideLayout1.xml" Id="Ra9a4d0ece4c048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4d0ece4c048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75d0bbdf41b2" /><Relationship Type="http://schemas.openxmlformats.org/officeDocument/2006/relationships/notesSlide" Target="/ppt/notesSlides/notesSlide1.xml" Id="R1a81e8ee4201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31de964c4cbf" /><Relationship Type="http://schemas.openxmlformats.org/officeDocument/2006/relationships/notesSlide" Target="/ppt/notesSlides/notesSlide2.xml" Id="R582934b93cd341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ddefbec1b4732" /><Relationship Type="http://schemas.openxmlformats.org/officeDocument/2006/relationships/notesSlide" Target="/ppt/notesSlides/notesSlide3.xml" Id="Re4fd87859a4d4c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5a79c1f6f43be" /><Relationship Type="http://schemas.openxmlformats.org/officeDocument/2006/relationships/notesSlide" Target="/ppt/notesSlides/notesSlide4.xml" Id="R30146ecb303a43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6084f4c9c43ef" /><Relationship Type="http://schemas.openxmlformats.org/officeDocument/2006/relationships/notesSlide" Target="/ppt/notesSlides/notesSlide5.xml" Id="R2ad2bae9538240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f5911900746f1" /><Relationship Type="http://schemas.openxmlformats.org/officeDocument/2006/relationships/notesSlide" Target="/ppt/notesSlides/notesSlide6.xml" Id="Rf97da85110d34f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b0de380604ad2" /><Relationship Type="http://schemas.openxmlformats.org/officeDocument/2006/relationships/notesSlide" Target="/ppt/notesSlides/notesSlide7.xml" Id="R7a7b3f863f5247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42ab460dd4618" /><Relationship Type="http://schemas.openxmlformats.org/officeDocument/2006/relationships/notesSlide" Target="/ppt/notesSlides/notesSlide8.xml" Id="Rd496077af5124b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41531982c4c99" /><Relationship Type="http://schemas.openxmlformats.org/officeDocument/2006/relationships/notesSlide" Target="/ppt/notesSlides/notesSlide9.xml" Id="Rddb4294daf75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639c0d70c4c51" /><Relationship Type="http://schemas.openxmlformats.org/officeDocument/2006/relationships/notesSlide" Target="/ppt/notesSlides/notesSlide10.xml" Id="Rc950ab0b9e7348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b3f3532324416" /><Relationship Type="http://schemas.openxmlformats.org/officeDocument/2006/relationships/notesSlide" Target="/ppt/notesSlides/notesSlide11.xml" Id="R73c25f3fa85249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844f642724505" /><Relationship Type="http://schemas.openxmlformats.org/officeDocument/2006/relationships/notesSlide" Target="/ppt/notesSlides/notesSlide12.xml" Id="R96814cc5a41e46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63072ab55483e" /><Relationship Type="http://schemas.openxmlformats.org/officeDocument/2006/relationships/notesSlide" Target="/ppt/notesSlides/notesSlide13.xml" Id="R593bf73449264b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631c9cd804bec" /><Relationship Type="http://schemas.openxmlformats.org/officeDocument/2006/relationships/notesSlide" Target="/ppt/notesSlides/notesSlide14.xml" Id="R393db33f0e794d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d70578de146a0" /><Relationship Type="http://schemas.openxmlformats.org/officeDocument/2006/relationships/notesSlide" Target="/ppt/notesSlides/notesSlide15.xml" Id="R9dbccdc11f0f4c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f7a897e104929" /><Relationship Type="http://schemas.openxmlformats.org/officeDocument/2006/relationships/notesSlide" Target="/ppt/notesSlides/notesSlide16.xml" Id="Rb3b65e22286e40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da021b504707" /><Relationship Type="http://schemas.openxmlformats.org/officeDocument/2006/relationships/notesSlide" Target="/ppt/notesSlides/notesSlide17.xml" Id="R0c178710badc4d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a8a19334a4fee" /><Relationship Type="http://schemas.openxmlformats.org/officeDocument/2006/relationships/notesSlide" Target="/ppt/notesSlides/notesSlide18.xml" Id="Re70868ba416f4d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dd01c893543f7" /><Relationship Type="http://schemas.openxmlformats.org/officeDocument/2006/relationships/notesSlide" Target="/ppt/notesSlides/notesSlide19.xml" Id="R8d7455291b6549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2c2884fae47de" /><Relationship Type="http://schemas.openxmlformats.org/officeDocument/2006/relationships/notesSlide" Target="/ppt/notesSlides/notesSlide20.xml" Id="Reb4024dd32d441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2d3c32d6c49e4" /><Relationship Type="http://schemas.openxmlformats.org/officeDocument/2006/relationships/notesSlide" Target="/ppt/notesSlides/notesSlide21.xml" Id="Rb525e6b8314d48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f1d0e514842c7" /><Relationship Type="http://schemas.openxmlformats.org/officeDocument/2006/relationships/notesSlide" Target="/ppt/notesSlides/notesSlide22.xml" Id="R648ec5180c574a5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77416fc8749f7" /><Relationship Type="http://schemas.openxmlformats.org/officeDocument/2006/relationships/notesSlide" Target="/ppt/notesSlides/notesSlide23.xml" Id="Rd504d1d2bee949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4d1938b8a4c1b" /><Relationship Type="http://schemas.openxmlformats.org/officeDocument/2006/relationships/notesSlide" Target="/ppt/notesSlides/notesSlide24.xml" Id="Rcd64b898b88b44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4740A-997E-44D2-BCE7-2F04F26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41B1E-254B-4D25-9623-44042031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"/>
            <a:ext cx="3429000" cy="52197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0">
            <a:solidFill>
              <a:srgbClr val="0B1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989BC-1EAA-4803-B521-E7ABFF4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38250"/>
            <a:ext cx="2552700" cy="42862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213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4BDE5-53AF-4274-BEE5-C6D472FF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90650"/>
            <a:ext cx="2247900" cy="39814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FB375-9570-4EA0-838B-8BFD59B1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Medinote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58933-6DA9-45CC-8948-00D9E151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DDB5B-A3AB-4ACD-BBE4-10DCC26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오늘 복약 2건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AA862-B928-4E59-AFE0-AC3CEFE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06B8B-D791-4957-A1CC-2A6998EC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주의 성분 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C19A6-F46E-4750-866D-781E197D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28EF5-FAEF-4FA9-AD1B-D243EC5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약사 상담 예약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D842B-71A4-452F-9EA1-CAA3505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2343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E6F4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58256-54E3-44A3-854C-E964182E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AI SMART MEDICATION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33714-AF04-45C1-A840-CDAF90C2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Medinote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20C7F-40A7-44A5-B716-F8BD58EF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AI 기반 스마트 복약 관리 플랫폼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BF0A4-993D-4BC1-BF9F-EE4834A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처방전 OCR, 맞춤형 주의 분석, AI 챗봇, 약사 상담, 스마트 약통 연동까지 하나의 복약 관리 흐름으로 연결합니다.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24BED-251C-41C8-8AAA-1DEC8A3A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Team Capsule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EA28F-FDBD-4A28-AC4F-98DDADEF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5C872-AF9D-47E7-B383-C27150B1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289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B73FA-C03D-466B-B5CB-8117426A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D0F2E-B13C-4694-B634-4D067FE7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오늘 발표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D918E-5719-4C60-B3E7-C88D58CA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DE133-45AF-4217-9690-F719F04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19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BF695-8A87-4966-AFCA-856B3A71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33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기획 &amp;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4FDE5-28BF-4354-A7FA-DED30E18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634FD-4A81-48C9-9E51-7706544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19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A9F0A-1296-4C26-9279-C3CDCA73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기능 및 시연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F28BE-010C-4639-98A9-C914163F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C91B7-5B7E-44DF-A559-AA4C7AA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B46D9-1ED1-4827-AE62-73DB272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기술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C23EF-718F-4DB6-A706-5464049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90592-3B64-43D9-B3F2-395B45AA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301C2-C70B-4141-ADF1-2ED9124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리스크 대응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01322-847A-4E5F-9939-DAAAF0EF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6237C-A634-4B56-82B7-0B25C4D3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38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7934F-571E-405C-BE95-2822272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52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기대효과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93551-819F-4811-86D5-0CC18C35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04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FF968-A487-44DD-B929-1706D36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38BC9-C480-46A6-B845-6D547B8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차별성 &amp; 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46693-3233-44EE-82B1-B7631B1E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D5CDB-F420-4558-B26A-58BC2EE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7068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5C06A-CC5A-4099-8750-6FC1D2A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2C32E-C673-4F46-A100-75CF0259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복약 관리는 기억력 문제가 아니라 시스템 문제입니다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E6455-D02E-4966-A6C5-BA81A3B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2191F-D52F-4989-80B6-D2880FC9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EA431-9562-46F9-81DE-FC0726C3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주의 약물과 성분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CC566-4E0E-470D-9F17-47189264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알레르기나 부작용 경험을 매번 기억하고 설명하기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093A2-D497-40AE-917C-91ADD843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EE34A-0F2A-4F1A-A2A9-E46BBB9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65273-AAE8-4AD6-8349-1A918F8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질문할 곳의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18AD-F34B-467B-9C4F-3E4B422C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병원과 약국 외에는 신뢰할 만한 약 정보 접근이 쉽지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C525B-94F7-4D7B-8A1B-41894E27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4431A-40C5-4D30-81D8-4A97DA48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0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B0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21058-8A3C-4248-A970-1A4C18D6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반복되는 복약 누락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944FD-2EE6-453A-A207-1284BE9C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일정이 많아질수록 복용 시간과 여부를 놓치기 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EB7B2-E23F-4C5E-BA6E-EF717736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FCC60-35A4-43ED-8C28-761F749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9257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9A96D-43AB-44E6-A7F3-40636BF2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A2D49-7DFC-4958-ADFE-3D29845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한 번 등록하면 복약 흐름 전체를 케어합니다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7CA9F-2E99-4EB3-B497-9FF4C089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CE608-00A3-4E5C-BD8B-FC35419B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E73F3-8552-40A4-BEFF-24FD115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건강정보 등록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CAD5D-3812-4185-97A8-E848035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79994-5AAE-43D2-8652-3040AC5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1DFB3-80A1-445E-A9B5-C9A088E6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20E2-D5D3-40FD-935A-C9614F3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24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OCR 처방전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FFCAF-D146-4AE0-9C09-A51805A3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860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DC67D-E945-4B58-8BFF-1318ADBA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4BB6D-0420-4F1A-B2EA-9C92063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570C0-56DA-4AD9-9F42-443769D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자동 일정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D2FD1-BBC0-4A27-9700-F764AF88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8A389-08EB-44D1-9554-1194525A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4E3F1-DB08-4FF2-9F0B-1D1CC40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D0FC3-E02C-495F-B8B5-DE983576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524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맞춤형 주의 리포트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9FC3E-8169-457A-BD3C-66F65BAD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8AD7E-06F2-418E-B4A3-B2AC48C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7F49C-144A-4071-AD35-90A01CBF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A2271-0097-453D-9068-9E76D0B2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챗봇/약사 상담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66E96-844B-4FCA-8E88-AD77B9AD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A17D8-B099-49D6-9D05-DD5C407D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81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37417-0E50-48D9-BD29-1D0F909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71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27934-08CD-4D0D-8439-94524B4C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242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IoT 알림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55150-3C51-4616-8402-D76A12C2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Medinote는 단일 기능 앱이 아니라 등록, 분석, 일정, 상담, 알림을 연결하는 복약 관리 플랫폼입니다.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FB2E4-9DC3-4999-9173-B9205D0E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85174-B69E-452D-A448-68283A87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7491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1CD10-A9E6-41E1-B7C6-1A1291F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PRODUCT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B1B2E-5C9A-4D43-AFF1-2E404A6D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사용자 여정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8AE01-F7C0-4ABE-B189-864171C2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247900" cy="3905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213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66946-860A-4CA4-ABE8-049CA63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1943100" cy="36004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B2DA2-7EBB-4963-813D-BB4B500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등록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DAB72-1282-4626-8345-EC4A9DF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C5742-5921-4F7A-9495-8293962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건강정보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CA36B-CCBE-462F-B31B-9B587E9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F38D0-31E8-477B-8AE3-2CBBDCB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주의 약/성분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D3E5B-F29A-47A3-B2B9-E4EDA877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4BEDF-D32D-4AE9-8DA7-3243CA87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처방전 사진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23B50-623F-4B90-BFEC-D75F389B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2247900" cy="3905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213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254AF-6809-4EB6-86FE-7306001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1943100" cy="36004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5E1E3-4D81-4915-88B5-E465671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1CE6A-2A38-49CF-8C8F-A8D6DBD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384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3A130-E05E-4955-8000-F9857DCF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336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OCR 추출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C7477-5442-46B6-9DFD-3389653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9F1F0-18EB-486C-8542-6BADD240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DB 매칭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E4990-0620-437C-9548-DC3AD5B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551D5-D3B1-4C61-AFBC-4451AEDE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385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주의 리포트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A46F9-7D4A-49AA-B322-218FC94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81150"/>
            <a:ext cx="2247900" cy="3905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213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89905-8F40-4387-AF78-6B91B0A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33550"/>
            <a:ext cx="1943100" cy="36004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4611C-F20B-4FC1-99D5-C78C744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431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A9535-B78C-4035-A772-D4AAF883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F44E2-EE36-404B-BF85-E52403D3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일정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A8DA4-88C9-4246-8412-B398614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CAF84-763F-40C0-9894-99BDDF4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861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알림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0ECC5-9D74-4F4B-B084-30472C9A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433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D3949-2458-4E77-839A-92BDEAF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복용 여부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648EBD-24A0-4498-BF07-AA91C17A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81150"/>
            <a:ext cx="2247900" cy="3905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2130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45D7A-9757-4DED-86C4-B8E63B0E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1943100" cy="36004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38968-8D77-456A-88BE-BCC5395A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해결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BD15B-70B6-42FC-96E6-2B7677FB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384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1E52E8-9D69-40B9-B1F3-DE9A10D2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336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AI 질문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7CF73F-1623-4118-9011-D05AF29B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9085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89EB7-5D91-49E5-9C4D-C4D519A5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861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약사 상담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B060AD-FF0A-4216-B685-3861BF2A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43300"/>
            <a:ext cx="1600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27C434-21BA-4827-9FD0-F27CE6F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385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상담 요약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E3E1F9-D77E-4DF6-B4CB-3B0B70A9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590D14-C11D-4094-BA5A-E482E00B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3347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7A3B8-4598-44A7-ACD7-410BE8CF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CORE FEATURE 1 | DEMO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B1502-453A-4790-B537-E12616AB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건강정보와 주의성분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70B3-50C4-4F47-BA65-CFB2526F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1D2A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04586-6B1E-47B4-8BDC-8CE7A7D0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028700" cy="1028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7EFB-DBA5-4128-AD7C-ACC4351F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1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1C8"/>
                </a:solidFill>
                <a:latin typeface="Aptos"/>
                <a:ea typeface="Aptos"/>
                <a:cs typeface="Aptos"/>
              </a:rPr>
              <a:t>VIDEO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52473-0AB2-4369-8E78-CCC119B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사용자 맞춤 분석의 시작점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52401-DC86-4E35-AD87-CD2DC2FC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276600" cy="40005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4C842-1CB7-4D06-9D66-B4E71BD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시연에서 보여줄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95453-530A-4BD8-B6DD-EE5B8AE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F6D9F-23EF-486C-A66E-1A474550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건강정보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070ED-FD4A-498B-A6CB-CBEC9E5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1B2B3-0B49-4DD2-98DD-3B5671F6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약주의/성분주의 등록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8C9E3-AF3B-4A90-B951-02ACE3EF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4C5D9-2215-4310-BA33-01B0A37C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검색과 리포트에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FECE7-505B-4CEC-A5BA-8F98A9AA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Google Slides 업로드 후 영상으로 교체하고 자동재생 또는 클릭재생을 설정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CE0CF-0DA2-43E9-BE47-F23CA18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89B84-06B9-4A08-9183-3D6728F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6006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4ACAB-F706-4E94-8649-59C4AAD0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FEATURE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822AF-524C-436A-BF2B-E971274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주의 정보는 검색과 처방전 분석에 동시에 사용됩니다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B9E47-0372-4B22-B60E-54623D02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08682-28B1-46B3-BC9E-6BCE0B47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사용자 등록 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743A0-F149-4CA7-B0B7-27C8F00E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ECFE-732E-4448-9A48-97A49F73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알레르기 또는 부작용 경험 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A5D4-5C58-410E-87C4-6B426B22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E1E9-24AE-40A5-AFCB-04A2ADC5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피해야 할 성분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32504-E8E8-4085-BE1E-AF17D84A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090E6-900A-4D72-BCA0-44A80AC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임신, 수유, 흡연, 음주, 연령 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A405D-D5F6-43A9-822F-20FAA8B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919BB-C72B-4E48-8D28-33682C3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기저질환 목록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DD570-60CD-4C4E-8842-FA7D3654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D9EC8-B493-4DA3-A1FD-3844AF6B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서비스 반영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A1C85-4489-47C3-93E8-DD3817DC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78DD5-2407-4CB2-B0BA-A851DCF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처방전 분석 리포트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200FC-D63E-41D6-825E-8CCF3319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47590-43C1-45DC-A562-E20DD0D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약 검색 시 맞춤형 주의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2B568-1A4A-4700-9B49-1D06B56A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0847C-811B-4828-92D0-7FBAF6D7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분석 요청 키워드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0CFC7-B874-4009-9B9A-92CFADAD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E858D-A100-413D-BBC1-92974DC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약사 상담 전 맥락 제공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07DFF-C5F2-4B47-ACED-B04B984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DC078-2DF5-4336-B5A5-211BE8E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8508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015DD0-0597-4454-B456-D010AAE7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CORE FEATURE 2 | DEMO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4FFCE-C5AA-433D-B03A-B41CDAC4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OCR 처방전 자동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37CFA-5FE6-44E4-A41B-9742F79F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1D2A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34E2B-05B5-4003-A0F9-82687ED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028700" cy="1028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9E36A-9756-4746-A397-9A0D3996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1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1C8"/>
                </a:solidFill>
                <a:latin typeface="Aptos"/>
                <a:ea typeface="Aptos"/>
                <a:cs typeface="Aptos"/>
              </a:rPr>
              <a:t>VIDEO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5E3E8-9593-42DD-9419-CCDF241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사진 한 장에서 복약 일정까지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7807F-DC8E-4E43-8FCE-99913BF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276600" cy="40005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4E5F5-A904-4740-8BE6-58A297CE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시연에서 보여줄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200C0-E1BD-4856-9DCE-238F482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6882C-E74F-4238-A096-6757AA72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처방전 사진 업로드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381A4-F31C-4F27-BD69-3E7D42B0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CFE5C-E346-4CCF-9AF3-28D5BF50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약 목록 자동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69DF7-3866-4406-800F-226E88A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17807-DBF5-4576-AD77-F3F2DC1C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일정 자동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C999C-D33E-41AF-85AD-2F3ECE0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1271F-C385-4792-ADF4-614F9DE5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알림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7BFE2-BC62-49A7-B672-4CA7C7B2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Google Slides 업로드 후 영상으로 교체하고 자동재생 또는 클릭재생을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95DD1-B7F0-41DC-A34F-8CA85058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FD01F-9F65-44E5-87CA-98ABE80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3183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7093D-2BC1-4D8C-8416-D1810DF4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FEATURE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94754-5E98-4D34-88BC-2B9F985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OCR은 다양한 약봉지 형식을 단계적으로 해석합니다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EA151-153B-4521-A64B-CC83461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3F4BE-2F82-4C55-BF44-1C1AE22E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F8552-2E82-487E-83BB-1A035D0B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이미지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9CF39-BA8B-41B7-8778-11C82AE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D68C5-8533-466B-9599-12571354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7D415-61D7-494E-A87F-AE60BEB7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4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품질 점검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C4233-C3B0-4900-85C0-E278137B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BF6DD-3AAD-48CF-A16D-B19E4C93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7629B-A829-4B26-A40C-83BED7DC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4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회전 재시도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43857-6AC1-4BCB-B30D-F03E2C7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3BEEA-E53B-4E46-A09B-15884572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62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374A2-8704-40BC-8F11-A1FB752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47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줄 단위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925C4-8223-47F3-86AE-C3513284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BBD69-ED30-468D-B876-FBAB366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B831C-EC41-428E-847E-801A627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메타데이터 추출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6E10D-18BD-4C41-AAB8-2359643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E7E58-AA84-485C-9AD7-1047C56C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8D30D-389C-4ED5-A7C5-B5B77C2C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62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 목록 추출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FB349-9F6D-430B-A355-8E910EDB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1CB8B-1B5C-4EF8-A63D-E275C123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8BA60-054B-454A-9C95-3B4BAFB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62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DB 매칭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ABBA5-273B-44AF-80B9-2DD89DE4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05200"/>
            <a:ext cx="2190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A8BAD-458C-4B50-8C87-D537ABE2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76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118BC-8487-4549-8999-EF1684C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62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사용자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7753A-70BA-4153-B152-1AF287C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26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큰표 복약안내형, 큰표 대괄호 설명형, 작은표형 등 여러 레이아웃을 대상으로 테스트했습니다.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BAF992-4DF8-476D-A9AB-A26BF667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DDD16-82E6-432B-9901-8130C68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3465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7B32F-EA02-41DB-91A3-238D6E7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CORE FEATURE 3 | DEMO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59597-6796-4A55-8BAB-540037C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AI 챗봇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55B7A-1D5A-4FE4-8B23-1A71DAA1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1D2A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5FD6-526C-404E-93C0-990E6F79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028700" cy="1028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49099-4F92-48B3-8085-D8A3F3A5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1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1C8"/>
                </a:solidFill>
                <a:latin typeface="Aptos"/>
                <a:ea typeface="Aptos"/>
                <a:cs typeface="Aptos"/>
              </a:rPr>
              <a:t>VIDEO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55081-2D89-4BEF-87C9-6BDBCAE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약 정보 질문과 복약 일정 질문을 분기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84066-BBDB-49E7-94B5-1FD46B31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276600" cy="40005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072C1-D713-44C1-A3BF-5BC96AD7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시연에서 보여줄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71065-2580-4EF1-B89E-446CDCF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DA03B-B7A4-4137-83C5-216E32FB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질문 유형 분류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BDCBF-6385-4032-AB34-1B20CF60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17D92-AC1F-43C9-A108-E15328A5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Qdrant 기반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BE7D0-1024-4739-B37D-0AD9C034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E965F-8B7B-422E-871A-F6BB36DE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근거 기반 답변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13934-C48E-4B49-ABCF-5464DE3B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8B8BC-6260-434C-8912-E3D0CE13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출처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DE682-33B7-42BF-9825-82C0CEE3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Google Slides 업로드 후 영상으로 교체하고 자동재생 또는 클릭재생을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92BD0-9642-40CE-9577-5E7D8ED7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D35A2-CE05-497A-86F0-4CB82385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3100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E98FAB-6142-42E6-AE29-8E814AF4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FEATURE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1492A-219C-426F-AC57-E9AC6240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챗봇은 질문 유형에 따라 다른 컨텍스트를 사용합니다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0B275-E2C1-4FC8-A865-549D372C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143250" cy="3619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6115B-D193-49E6-B893-5EED063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 정보 질문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07C4E-D743-44DA-B96C-5E4C8DF5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35D9C-D363-4E69-B927-0EB45A91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05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약명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1DCAE-A0C9-44D3-A2A6-023D7085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8A9BF-1099-48F9-BED0-D529BAAC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Qdrant 문서 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08B14-AE84-43CF-AF85-A375A41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3172A-2197-43EE-B4B2-37739E57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검색 결과 점수화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CEFE2-73EE-4654-B3C6-D19505A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B8CF7-EECC-4BD8-9BC4-6C3A69B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LLM 답변 + 출처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567C3-1082-475F-932D-0443CFE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143250" cy="3619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A2085-EFB1-474A-B9F7-F777479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복약 일정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6CC3A-8C96-4C10-A90E-989D61F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1B81E-3CCF-4DD8-B765-764734A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05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scheduleContext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A0B07-0DCF-4EE3-9966-C2D7572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A1320-D401-4D1C-A015-215A067F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일정 DB 컨텍스트 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2F47B-A30F-4941-A968-48B13D8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9DE15-43CB-4983-8F6D-725AE075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338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LLM 답변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1AE4B-813A-4048-AE2F-4ED1D35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A5058-9DD1-4209-8080-7624C7FA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48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사용자 일정 중심 안내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6A6B2-1E2E-4E63-8249-35C379D9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143250" cy="3619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8690B-C018-4E63-8E11-20CC9279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38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알 수 없는 질문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E73FA-1D9D-46EA-93F4-78A50C7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D0208-8FEF-4B0D-A8B1-9C0A166A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05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LLM 의도 분류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E96828-0C8E-4505-AAA8-6E461B88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DBDD6-11A0-46B2-82B7-A3B8B3D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지원 범위 판단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DE0DD1-616C-4D84-80D8-63DB73AD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6BD19-ED92-4BCF-B097-849C2C2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무리한 답변 제한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C0FFFC-D648-4BD4-AC3D-9CCE4C2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7C750-AA1F-4EDA-9756-7314ED3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안전한 안내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34C82-79D7-4E6C-B221-45479D89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CA9599-DD45-4739-97B4-37CB304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0221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328B9-8746-47D7-8B34-0DECEB4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CORE FEATURE 4 | DEMO VIDEO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26CB-32D9-4311-B3EA-28971EE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약사 상담과 AI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F5C49-D741-46F6-BF40-FEF93AF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1D2A4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ADDE5-A81D-43CD-B30D-B39371C5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028700" cy="1028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solidFill>
              <a:srgbClr val="00A8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1855D-AC95-4D38-9509-D6F31929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B1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B1C8"/>
                </a:solidFill>
                <a:latin typeface="Aptos"/>
                <a:ea typeface="Aptos"/>
                <a:cs typeface="Aptos"/>
              </a:rPr>
              <a:t>VIDEO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2EF6D-57AD-4E0A-80F6-96521D28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실시간 상담 이후 기록과 리뷰까지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9EF36-0F5F-4025-94B4-051E72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276600" cy="40005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886E2-D2AB-478E-B0A8-0128D46E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시연에서 보여줄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21BF6-B5D5-4D1F-AC55-20C863CC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C8376-2243-4455-BD65-767DC361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상담방 입장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C7AAE-CDBD-47A4-89DF-F4BA2890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F933B-6B0B-42E4-95D3-C143F00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WebSocket 실시간 채팅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8D536-C7B1-48AE-AFCC-0062DF3E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C7CDE-D3C6-4009-9DED-6A1330C3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상담 종료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13DCC-02CA-4ECE-86AA-2C14111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0FE8D-876A-4C60-9170-91762E5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767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리뷰 및 AI 요약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BDB6A-0304-401F-9BCD-DEC3543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Google Slides 업로드 후 영상으로 교체하고 자동재생 또는 클릭재생을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14BDE-1C7D-4838-810C-A16C8A7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C35CD-D13C-4BB1-B38D-9496346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14648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0B3BA-0A95-4293-8935-97EC1CD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FEATURE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ABC4D-3FA0-46FA-9E92-B7FFE81E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약사 상담은 사람의 판단을 중심에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B6539-2FF2-4873-A4F9-8CCE5EF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67443-36E7-4BA9-9EAD-7F576ECC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상담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E934-1D67-4077-9CEC-80942A1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D6D4D-E5B4-4822-8EB4-D352BC1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813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사용자 질문 및 복약 맥락 전달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F6914-E367-4CB2-BEF6-A761D6F7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016BA-BB80-4056-94D8-42B6B3A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약사 실시간 상담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7D7B7-91DE-4B35-872B-1564393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135B0-8297-4F0C-A9D8-6BDE153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100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상담 종료 후 리뷰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4A3AD-4368-4CC7-A480-DA01756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5AD2E-B55B-4C15-9182-5A772F75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243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상담 요약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90156-C82F-4851-AE3A-5B547669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381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0B1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9725E-BAD4-4F37-B614-0FC2908C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AI의 위치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6AC7-324A-4BEF-9BC4-5E7D17C9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D64F5-B003-4B6A-8783-B686058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상담을 대체하지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99FAF-6239-4000-9DE0-4951224F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26222-5A8E-4CFD-9DF2-E6FB8AD8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반복 기록 정리 보조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7EEC4-6FAC-4218-BFDE-439BBF48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99A78-AEB7-45B0-ABF1-E42BA7DC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약사용 1차 정리막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F61B5-EDF6-4197-B45B-D770A7C5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0B160-7071-438D-B51B-C81A33D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624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in the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5119F5-5FE8-4306-8694-1865EA3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27091-2C5E-4CF6-986B-DA6438E6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39930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5FB6F-9005-4F13-A38B-93A049F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9F3C2-4FAB-4458-947E-3E6D57B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기술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D21C3-3E6A-435B-B919-5D6B843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3E72F-29FB-49B2-9BA4-251DCD5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B88E4-1F31-42EB-816C-30320A26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React.js, TypeScript, Tailwind CSS, React Native(Expo)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6E64-B787-4F51-8FB9-9E8E5C49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FED9E-7CB6-411C-ABEA-D9D7CB46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3A540-7830-4601-A649-E956694C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Spring Boot REST API &amp; WebSocket, 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7C933-A411-4C54-8C60-8F41BBA5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C4C1E-6B19-426E-864C-6B1A6778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306EC-D77C-41A1-A524-8DFF1F68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09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MySQL, Redis, Qdrant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F96CE-1AD2-433A-989C-A7DA76F1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882AA-96CB-4E85-8E94-BFAC886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C2A5D-0F90-40FB-B2E7-9B141051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Google Cloud Vision OCR, GPT-4o-mini, text-embedding-3-small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0CDAB-B5CB-46E8-984A-4B2576D0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3948C-25C7-4AD2-849F-7C838DD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6C7B5-9C1F-469F-B15D-07DB2278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672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AWS S3, CloudFront, EC2, RDS, 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B55D5-D65A-497A-9DC3-F10D9373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857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62712-61E1-43E7-B1B3-7ECAE739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33BA4-A542-4E9C-99C7-AF5CDEC3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ESP32-S3, Arduino IDE firmware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6229B-59F9-463D-B1EF-A9BEE32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66620-492A-4CC9-BBD8-2D4A4BE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9076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C0251-C6C5-43AD-A3C7-4DBDE5A4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1A5F8-D89C-49D5-98DA-50DA21A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전체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0D33A-1847-4091-82B9-4B31D266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4F5A4-345B-41EB-82B6-09B7EF9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Web / Mobile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81099-ECEA-401F-A039-E0D6CF5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B4090-ADF8-4B93-B02D-B31D4E09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Spring Boot APIs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F8E2F-1083-4C39-AD2D-6CCC9649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C53A5-4AF5-4764-89C2-69F1374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FastAPI AI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3C75E-F44C-4DAD-AD03-9BF9E030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587CA-FDF0-41DB-9240-189C7E95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MySQL / Redis / Qdrant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E6758-A89F-4DCF-B316-AA238CB8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AAA9F-3491-4A9D-8B35-174A5C66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62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AWS / 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B631F-FB5C-4B4E-BCE1-85C59E1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EB29A-2667-4E86-8DC4-E00BDC01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ESP32-S3 Smart Pillbox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50357-6A0A-4B3B-AA86-5099916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2DCA3-C619-4046-B55D-5FFF83D5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External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11A18-944E-423B-A996-6FC4585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52E6C-3678-441C-BE86-2AD0A8D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193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FCD5AA-BA5B-4210-A774-7CB069F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0D5D5-EAB4-4986-B70D-F52F5797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38450"/>
            <a:ext cx="0" cy="1257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486E4-FAD6-4FB2-A054-55A189C8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38450"/>
            <a:ext cx="0" cy="1257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182B0-35F3-4EC0-9FEB-B0C6F432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38450"/>
            <a:ext cx="0" cy="1257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72D33-C365-49F0-A522-FD605D28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7BA54E-5493-4C3F-A6B0-AEAAF6E9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E2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B6853-1DC7-4CA6-82BE-03DB79D4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C597D-EEBB-4E3F-8A8E-EEF816CD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77838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A469F-1721-4A0A-8F81-7AAA9E6D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DB289-CA3C-46DB-B3C4-F323B9C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OCR 데이터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AAF01-05C8-4C8D-A4DF-2A517872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84672-B0D8-4322-B27C-334BDB8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이미지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99328-08BD-4581-8E54-51F7522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907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482A0-C149-4AE4-9947-DBAEA3E5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전처리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51620-4310-4775-A0FF-074AC852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105D5-18F6-4F3A-BF11-3D126428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OCR/회전 재시도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0D749-8775-4D8C-840D-3D1A3DA7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7907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514D9-489A-4AEC-8C45-6993F84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76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텍스트 라인화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5AEFF-734D-4F27-BBCC-33F237A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53CC5-A111-443E-B37C-6FBECE2D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메타데이터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912C9-2A36-4247-8BA5-21A0529A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3718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BC05F-2710-45CF-AC3B-5789ADCD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57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 목록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9ED42-DAED-4371-B022-027E3DC8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C6AF6-98DA-4B5D-BEB2-B30E152D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DB 매칭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F94CA-219A-41E9-B59D-DB2104C9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718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E136B-4B0B-4179-BA69-A9B8FFB0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57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일정 등록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48FA4-FCE6-4C26-9C36-8BB64956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핵심은 OCR 자체보다, 다양한 처방전/약봉지 형식을 안정적으로 후처리하는 로직입니다.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141CF-1ECB-42F4-9C58-DBD9E397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5033A-FEC1-477B-A307-3AF709A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63561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AAB60-E2D5-4189-A91C-5ACAFC23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EF39C-9F40-484B-8DE7-03BF5E6A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AI 챗봇 데이터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40D9F-40B0-49FE-ACD4-35E3FA7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1DE20-0298-471E-AC5C-B6C7821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사용자 질문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94A1C-0170-4013-BB95-1AAF1386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54E35-E8D7-4241-AB24-97565EE1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질문 정보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4A229-A257-40AD-BF73-6307525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63D19-6850-4585-BB4A-90D28EC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질문 유형 분기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5C3F3-B7D4-4FFD-9522-D1E374FC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581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C333C-1DA8-4E1E-83D3-7D4CD0C8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drug_info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A1496-53B1-42D4-BC4F-676E69FA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Qdrant 검색 → 점수화 → 근거 기반 답변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F7BC0-CA45-4D8B-84A9-196FBF67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581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B2E02-7B7A-490B-8258-5A3B3F17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04146-83A3-4FE5-A102-67E9C381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일정 DB 컨텍스트 → LLM 답변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19B22-7E2B-4F1C-9C6A-098AE61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581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018CC-FA39-4B39-8684-9004EED5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1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4CF0C-DCFE-4275-8948-8D418CE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의도 분류 → 지원 범위 안내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9EC22-1A58-47D5-910B-CFAA0FB7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9F168-4084-428D-B8D5-AD838AC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847418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17FBC7-C46E-49F3-8606-4F8B5C76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AI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92695-8FD2-44B3-8DF1-CA5FB8F2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AI 모델과 검색 로직은 단계적으로 진화했습니다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F529A-E3ED-4DC9-8F6C-0031CA6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AFC93-153B-4BBF-B359-DB503894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6B610-190D-472A-BEC2-8080A46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초기 의도 분류 실험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4DDCD-809D-4F53-8639-26ADD2C5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0DA5-CE18-4E66-8E34-D2F4BB9D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9D1E5-CFE1-4AE1-81ED-8743B55B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예측보다 명시 규칙 우선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B6343-CFB1-47A0-A2AF-E6432066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050CA-B06D-4C32-A20C-D8D7879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Logic +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56EE2-4339-4D35-A972-A3E19440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검색 근거를 붙여 답변 안정화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7DF6F-4717-4ADF-AC99-034CA9A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96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OCR, 임베딩 모델, 검색/리랭킹은 정확도와 구현 안정성을 기준으로 비교했습니다.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EE924-734C-4DD7-92EF-D1DC500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F0109-D72E-47E6-87FB-758EF5B6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09576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4CD0B3-AEC8-4B62-B351-678B1F1F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6BFFD-3734-46A5-8377-7933D7BD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트러블 슈팅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6EA72-FF3F-49BB-9E1B-F1ACB66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BB854-C9FE-4607-A11B-94222121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챗봇 의도 분류와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57924-8D43-4E90-82D1-B3F87652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B9057-AB7F-4D8D-96D9-4F38A20A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ML 방식만으로는 예외 처리가 어려움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73216-DA41-49B9-9411-3648F3B1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7778-DE9E-4016-968C-E824C7BD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로직 기반 분기로 안정성 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DD8DB-3177-42C8-A62E-F59A0821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48AF1-39C9-45FF-A780-9C49D0BA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RAG를 붙여 근거 기반 답변으로 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80DB4-32DD-4031-968B-42CA8E4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166F8-D061-47F4-BE68-11AB0FA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약봉지 형식 다양성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6FF5D-4B8D-4EEA-9057-36600A4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A972F-6A7C-46A1-93FF-52E5177D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24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형식별 파싱 실패 반복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50F51-9ED3-43B9-B9FD-BE4E4E9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5FF1D-315F-4911-AFE2-E52DBE3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큰표/작은표/설명형 패턴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D761C-5A45-4F0E-9862-32EB841C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C69C8-1102-4E13-B75E-28B4B005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671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데이터 다양성과 테스트 반복이 핵심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150A8-B898-466D-B61C-92B123DE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BABC3-B400-4C1B-B030-9B157F9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833708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3D0BD-2261-477B-8A51-9E1CAB03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RISK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52B82-7101-4536-BC82-648F25CE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리스크 포인트와 해결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75E96-1439-4D55-8872-A1E3CDC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8EF61-2434-4730-A259-C6E2683C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약사 권한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84846-65B1-45BF-B1A9-3A9FFBFC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의사 영역과 약사 상담 가능 범위를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18F66-52C4-461D-947F-08E1AB7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98114-B058-4120-9CF0-3CFF167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약사 인증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81803-0B02-4B8F-B76A-EE8FB232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면허증/면허번호 기반 관리자 수동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64E01-72FA-4F0E-B1B6-AEF9C7D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7437A-0A50-4581-8E04-55DD8332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데이터 출처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B56B2-6279-4722-8A55-DD5BCC2D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공공데이터 및 정부 의약품 페이지 기반 동기화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413C1-C2DC-4205-991A-E4ED4CE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32626-20E9-42DE-91B3-9CE8E617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개인정보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3B597-1CB7-4B9A-BC47-839D4FF6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동의, 암호화, 이미지 자동 삭제 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48212-86CC-499C-8E51-CCC8348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58564-5A5D-41DB-8C10-289286CB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940569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65AEE-79EA-412D-8B9E-568A073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A15F6-58A9-4068-8795-0B98362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AI와 개인정보의 역할 범위를 명확히 제한합니다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50499-A512-44A9-A272-403744BE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B0C1A-DB1D-42DA-A675-87836A0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개인정보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15A59-E3E3-4EFF-A1D5-51D6C06A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EF812-B48C-410D-B5A8-3FA0DD8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19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동의서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62D00-1BE8-42B9-8E60-16E7D569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4F6A4-F361-4FC0-8738-A1BD7399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52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개인정보 암호화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B54AF-4BD7-4D20-B0A8-7BCF7A4B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7C579-237A-4B32-A2F5-87C46BD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OCR 이미지 Redis 보관 후 삭제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6C531-A895-4AE2-A559-705D796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C7BEE-2C59-461A-B9CB-FDAB8D4E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19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불필요 이미지 자동 삭제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7D981-C6D1-4D5A-83C6-F324C34B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4572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9525">
            <a:solidFill>
              <a:srgbClr val="0B13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B132D-7DA8-44C1-B926-BE17BD5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역할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FFE9A-5445-49A2-BCDC-5D73D203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7F67A-C91B-467C-BDB1-CB62A629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함부로 예측하거나 추천하지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7E806-F3B8-47A6-B652-25E1277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75377-4031-4197-83B9-E78D4F7F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52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없는 정보를 사용하지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FEF50-584D-4470-81EA-B01F515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69C86-5432-416C-AF6F-6AD0648D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862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반복 작업을 줄이는 보조자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30EB9-B889-4745-A072-50438FB2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0157B-3656-4C06-A631-F0B640A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96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in the loop 유지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639D4-763F-4A9D-9E91-3B34F358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6BE18-8F8D-43C6-9FD9-603AD066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61791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47ACE-1CC0-4EEA-9D42-EEF8A58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EF515-422E-4DD7-AA5E-0BBD0EE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기대효과와 확장성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EB0C8-E387-493E-8307-5209B3BB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FBFFB-8C9B-47A5-ADBC-647B25C8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C1DD1-7F6E-49A5-8E14-B0C6B9E0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복약 누락 감소와 주의 정보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2C788-24F9-410E-8448-597D6508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9794-1312-47C3-99AE-D2C0015C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6FD9-2F28-4E08-ABAF-1250868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상담 전 맥락 파악과 기록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0D900-B97C-47D1-990C-F5DF0005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39467-B549-40F1-AAEC-C1F1257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서비스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8853A-0160-485F-907C-6EF9B7A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앱, IoT, 재고 검색으로 확장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5BCC2-3BA4-49D5-BEA4-4D9EC2BA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추후 문서 데이터 확대와 실시간 RAG 업데이트로 정보의 다양성과 최신성을 보강할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E0ED2-8BF3-42B1-90A9-7FD86BA1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821AE-60B9-4950-BCDC-F74DF21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458014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A7C05-3D45-4C2B-AD1D-A067D81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8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88F"/>
                </a:solidFill>
                <a:latin typeface="Aptos"/>
                <a:ea typeface="Aptos"/>
                <a:cs typeface="Aptos"/>
              </a:rPr>
              <a:t>MARKET &amp;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83F41-113B-4B0B-B3B7-AA9931E4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324"/>
                </a:solidFill>
                <a:latin typeface="Aptos Display"/>
                <a:ea typeface="Aptos Display"/>
                <a:cs typeface="Aptos Display"/>
              </a:rPr>
              <a:t>차별성은 연결성에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23C9-FAA4-4D75-84CE-8B6FB0C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2715B-9E8E-46FD-80ED-E5486EC0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일반 사용자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88911-BE23-43A4-812D-53C1B21E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023EC-DD88-4B9B-A983-CB94B3E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OCR로 일정 등록 부담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9F301-6245-47D1-B502-E9865E01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00FE8-9BD6-490A-96DD-55B8A81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주의 약물/성분 자동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0189A-E599-4B8A-B74F-8445E6F3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94113-D4CA-452E-B67F-E91A578E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챗봇과 약사 상담 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F879A-D008-4904-AAE1-E1DE7F4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57350"/>
            <a:ext cx="4762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B120C-6D1B-481B-BF5F-53BF3D3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약사 / 운영자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F4EB7-D68A-4D98-B079-9520FF86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3C532-1CFB-464B-BDEF-8B01C35B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상담 맥락을 빠르게 파악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EDD2F-35A1-4AD4-8901-87AE8E0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E0184-6686-4230-9E71-617AA6CC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575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요약으로 반복 작업 절감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6357E-E06C-4E99-ADD3-81E9753F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5DFCB-4DB8-46A9-A589-8702CA3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909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B2B/B2C 수익 모델 확장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9A236-BF9A-4C40-B0BB-B48F6C9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B890E-DA17-4A43-B01F-AC70AB42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720479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9DCEB-F6DF-469F-9C9C-62276688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Team Capsule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4BB19-E883-4A58-8049-4E28610C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3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3E0"/>
                </a:solidFill>
                <a:latin typeface="Aptos"/>
                <a:ea typeface="Aptos"/>
                <a:cs typeface="Aptos"/>
              </a:rPr>
              <a:t>협업: Notion, GitHub, Google Sheets | 산출물: API 명세서, ERD, Figma, 작업 일지, 사용자 시나리오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AF10F-24AB-4E57-9F33-54DCB74A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BD441-2330-466B-9842-17C07FD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충환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1C682-DE4C-4AF6-8666-155583D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Frontend &amp; UX/UI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D38D6-ADE8-4CFF-A874-92B6C61C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4F461-9A4E-4925-A80D-4314A57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윤주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EFD7B-E445-417C-B9A0-785D217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Backend: 인증, 개인 건강정보, 약사 채팅, 재고관리, 관리자 페이지 / 배포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A698-AC40-4C57-B915-FB4EEE97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8DD2F-9DE1-4A77-97D3-6D63DCB5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3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1324"/>
                </a:solidFill>
                <a:latin typeface="Aptos"/>
                <a:ea typeface="Aptos"/>
                <a:cs typeface="Aptos"/>
              </a:rPr>
              <a:t>승훈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A8CD5-770B-4708-812F-B2C29C06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Backend: 복약 관리, 공공데이터, 알림 / AI: 챗봇, OCR, 처방전 분석, 상담 요약 / IoT 연동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405B2-F0C1-420E-A2A8-9333088D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625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A88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0A88F"/>
                </a:solidFill>
                <a:latin typeface="Aptos Display"/>
                <a:ea typeface="Aptos Display"/>
                <a:cs typeface="Aptos Display"/>
              </a:rPr>
              <a:t>Q&amp;A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A0029-36A5-4E6A-A7C0-A1AE50A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Capsule | Medinote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17243-0B45-44B6-8AE8-61340517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12105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2026-06-15T03:25:26.6410000Z</dcterms:created>
  <dcterms:modified xsi:type="dcterms:W3CDTF">2026-06-15T03:25:26.6410000Z</dcterms:modified>
</coreProperties>
</file>